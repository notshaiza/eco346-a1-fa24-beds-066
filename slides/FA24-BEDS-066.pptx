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cross-section cannot separate age from cohort: older women were schooled when access was scarcer.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2: rural Sindh, where schooling costs vary widely and women lag far behind men in literacy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no. FA24-BEDS-066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= 8 x 8 + 2, so variant 2 = Sindh (prov_code 3), rural (urban_rural 1)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PSLM 2019-20 person file, weighted by hhweight</a:t>
            </a:r>
            <a:endParaRPr lang="en-US" sz="1800" dirty="0"/>
          </a:p>
        </p:txBody>
      </p:sp>
      <p:sp>
        <p:nvSpPr>
          <p:cNvPr id="4" name="card0"/>
          <p:cNvSpPr/>
          <p:nvPr/>
        </p:nvSpPr>
        <p:spPr>
          <a:xfrm>
            <a:off x="548640" y="3108960"/>
            <a:ext cx="3474720" cy="26517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3375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1,440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5720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with education spending (Q2)</a:t>
            </a:r>
            <a:endParaRPr lang="en-US" sz="1600" dirty="0"/>
          </a:p>
        </p:txBody>
      </p:sp>
      <p:sp>
        <p:nvSpPr>
          <p:cNvPr id="7" name="card1"/>
          <p:cNvSpPr/>
          <p:nvPr/>
        </p:nvSpPr>
        <p:spPr>
          <a:xfrm>
            <a:off x="4343400" y="3108960"/>
            <a:ext cx="3474720" cy="26517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33375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4,500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45720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median spent per student per year</a:t>
            </a:r>
            <a:endParaRPr lang="en-US" sz="1600" dirty="0"/>
          </a:p>
        </p:txBody>
      </p:sp>
      <p:sp>
        <p:nvSpPr>
          <p:cNvPr id="10" name="card2"/>
          <p:cNvSpPr/>
          <p:nvPr/>
        </p:nvSpPr>
        <p:spPr>
          <a:xfrm>
            <a:off x="8138160" y="3108960"/>
            <a:ext cx="3474720" cy="26517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0" y="33375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7,171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45720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persons aged 10-64 in the literacy sample (Q3)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students cost under Rs 4,500 a year, but one in ten costs Rs 15,500 or more</a:t>
            </a:r>
            <a:endParaRPr lang="en-US" sz="3000" dirty="0"/>
          </a:p>
        </p:txBody>
      </p:sp>
      <p:pic>
        <p:nvPicPr>
          <p:cNvPr id="3" name="Image 0" descr="Weighted histogram of annual education spending per student in rural Sindh, log sca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680960" cy="47823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595360" y="1554480"/>
            <a:ext cx="3108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Spread: </a:t>
            </a:r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90th percentile is 15.5 times the 10th (Rs 15,500 vs Rs 1,000).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Weights: </a:t>
            </a:r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median Rs 4,500 vs unweighted Rs 4,295; they differ only slightly.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Excluded: </a:t>
            </a:r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student outside Rs 100 to Rs 1,000,000.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makeover: from 7,171 overplotted dots to two weighted conditional-mean lines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default: geom_point() only</a:t>
            </a:r>
            <a:endParaRPr lang="en-US" sz="1600" dirty="0"/>
          </a:p>
        </p:txBody>
      </p:sp>
      <p:pic>
        <p:nvPicPr>
          <p:cNvPr id="4" name="Image 0" descr="R default scatterplot of literate (0 or 1) against 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4297680" cy="4297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212080" y="1325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Redesign: literacy rate by age band and sex</a:t>
            </a:r>
            <a:endParaRPr lang="en-US" sz="1600" dirty="0"/>
          </a:p>
        </p:txBody>
      </p:sp>
      <p:pic>
        <p:nvPicPr>
          <p:cNvPr id="6" name="Image 1" descr="Weighted literacy rate by age band for women and men, rural Sind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737360"/>
            <a:ext cx="6400800" cy="39867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212080" y="58521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on a common scale, direct labels, no legend, a weighted mean per band, and a title that states the finding.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important finding: women trail men at every age, by 42.5 points at ages 30-34</a:t>
            </a:r>
            <a:endParaRPr lang="en-US" sz="3000" dirty="0"/>
          </a:p>
        </p:txBody>
      </p:sp>
      <p:pic>
        <p:nvPicPr>
          <p:cNvPr id="3" name="Image 0" descr="Weighted literacy rate by age band for women and men, rural Sind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680960" cy="47823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595360" y="1554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28.0%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595360" y="2377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aged 15-19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595360" y="30632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7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59.5%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3886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aged 15-19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4572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9.6% vs 40.0%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5394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vs men aged 55-59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ECO346 A1 - FA24-BEDS-066</dc:title>
  <dc:subject>PptxGenJS Presentation</dc:subject>
  <dc:creator>PptxGenJS</dc:creator>
  <cp:lastModifiedBy>PptxGenJS</cp:lastModifiedBy>
  <cp:revision>1</cp:revision>
  <dcterms:created xsi:type="dcterms:W3CDTF">2026-10-24T13:14:44Z</dcterms:created>
  <dcterms:modified xsi:type="dcterms:W3CDTF">2026-10-24T13:14:44Z</dcterms:modified>
</cp:coreProperties>
</file>